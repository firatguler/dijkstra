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75" d="100"/>
          <a:sy n="75" d="100"/>
        </p:scale>
        <p:origin x="-2664" y="-85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3 Veri Yer Tutucusu"/>
          <p:cNvSpPr>
            <a:spLocks noGrp="1"/>
          </p:cNvSpPr>
          <p:nvPr>
            <p:ph type="dt" sz="half" idx="10"/>
          </p:nvPr>
        </p:nvSpPr>
        <p:spPr/>
        <p:txBody>
          <a:bodyPr/>
          <a:lstStyle/>
          <a:p>
            <a:fld id="{D9F75050-0E15-4C5B-92B0-66D068882F1F}" type="datetimeFigureOut">
              <a:rPr lang="tr-TR" smtClean="0"/>
              <a:pPr/>
              <a:t>23.04.2020</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D9F75050-0E15-4C5B-92B0-66D068882F1F}" type="datetimeFigureOut">
              <a:rPr lang="tr-TR" smtClean="0"/>
              <a:pPr/>
              <a:t>23.04.2020</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3 Veri Yer Tutucusu"/>
          <p:cNvSpPr>
            <a:spLocks noGrp="1"/>
          </p:cNvSpPr>
          <p:nvPr>
            <p:ph type="dt" sz="half" idx="10"/>
          </p:nvPr>
        </p:nvSpPr>
        <p:spPr/>
        <p:txBody>
          <a:bodyPr/>
          <a:lstStyle/>
          <a:p>
            <a:fld id="{D9F75050-0E15-4C5B-92B0-66D068882F1F}" type="datetimeFigureOut">
              <a:rPr lang="tr-TR" smtClean="0"/>
              <a:pPr/>
              <a:t>23.04.2020</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Veri Yer Tutucusu"/>
          <p:cNvSpPr>
            <a:spLocks noGrp="1"/>
          </p:cNvSpPr>
          <p:nvPr>
            <p:ph type="dt" sz="half" idx="10"/>
          </p:nvPr>
        </p:nvSpPr>
        <p:spPr/>
        <p:txBody>
          <a:bodyPr/>
          <a:lstStyle/>
          <a:p>
            <a:fld id="{D9F75050-0E15-4C5B-92B0-66D068882F1F}" type="datetimeFigureOut">
              <a:rPr lang="tr-TR" smtClean="0"/>
              <a:pPr/>
              <a:t>23.04.2020</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smtClean="0"/>
              <a:t>Asıl başlık stili için tıklatın</a:t>
            </a:r>
            <a:endParaRPr lang="tr-T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6 Veri Yer Tutucusu"/>
          <p:cNvSpPr>
            <a:spLocks noGrp="1"/>
          </p:cNvSpPr>
          <p:nvPr>
            <p:ph type="dt" sz="half" idx="10"/>
          </p:nvPr>
        </p:nvSpPr>
        <p:spPr/>
        <p:txBody>
          <a:bodyPr/>
          <a:lstStyle/>
          <a:p>
            <a:fld id="{D9F75050-0E15-4C5B-92B0-66D068882F1F}" type="datetimeFigureOut">
              <a:rPr lang="tr-TR" smtClean="0"/>
              <a:pPr/>
              <a:t>23.04.2020</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Veri Yer Tutucusu"/>
          <p:cNvSpPr>
            <a:spLocks noGrp="1"/>
          </p:cNvSpPr>
          <p:nvPr>
            <p:ph type="dt" sz="half" idx="10"/>
          </p:nvPr>
        </p:nvSpPr>
        <p:spPr/>
        <p:txBody>
          <a:bodyPr/>
          <a:lstStyle/>
          <a:p>
            <a:fld id="{D9F75050-0E15-4C5B-92B0-66D068882F1F}" type="datetimeFigureOut">
              <a:rPr lang="tr-TR" smtClean="0"/>
              <a:pPr/>
              <a:t>23.04.2020</a:t>
            </a:fld>
            <a:endParaRPr lang="tr-TR"/>
          </a:p>
        </p:txBody>
      </p:sp>
      <p:sp>
        <p:nvSpPr>
          <p:cNvPr id="4" name="3 Altbilgi Yer Tutucusu"/>
          <p:cNvSpPr>
            <a:spLocks noGrp="1"/>
          </p:cNvSpPr>
          <p:nvPr>
            <p:ph type="ftr" sz="quarter" idx="11"/>
          </p:nvPr>
        </p:nvSpPr>
        <p:spPr/>
        <p:txBody>
          <a:bodyPr/>
          <a:lstStyle/>
          <a:p>
            <a:endParaRPr lang="tr-TR"/>
          </a:p>
        </p:txBody>
      </p:sp>
      <p:sp>
        <p:nvSpPr>
          <p:cNvPr id="5" name="4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D9F75050-0E15-4C5B-92B0-66D068882F1F}" type="datetimeFigureOut">
              <a:rPr lang="tr-TR" smtClean="0"/>
              <a:pPr/>
              <a:t>23.04.2020</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4 Veri Yer Tutucusu"/>
          <p:cNvSpPr>
            <a:spLocks noGrp="1"/>
          </p:cNvSpPr>
          <p:nvPr>
            <p:ph type="dt" sz="half" idx="10"/>
          </p:nvPr>
        </p:nvSpPr>
        <p:spPr/>
        <p:txBody>
          <a:bodyPr/>
          <a:lstStyle/>
          <a:p>
            <a:fld id="{D9F75050-0E15-4C5B-92B0-66D068882F1F}" type="datetimeFigureOut">
              <a:rPr lang="tr-TR" smtClean="0"/>
              <a:pPr/>
              <a:t>23.04.2020</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4 Veri Yer Tutucusu"/>
          <p:cNvSpPr>
            <a:spLocks noGrp="1"/>
          </p:cNvSpPr>
          <p:nvPr>
            <p:ph type="dt" sz="half" idx="10"/>
          </p:nvPr>
        </p:nvSpPr>
        <p:spPr/>
        <p:txBody>
          <a:bodyPr/>
          <a:lstStyle/>
          <a:p>
            <a:fld id="{D9F75050-0E15-4C5B-92B0-66D068882F1F}" type="datetimeFigureOut">
              <a:rPr lang="tr-TR" smtClean="0"/>
              <a:pPr/>
              <a:t>23.04.2020</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Dikey Metin Yer Tutucusu"/>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D9F75050-0E15-4C5B-92B0-66D068882F1F}" type="datetimeFigureOut">
              <a:rPr lang="tr-TR" smtClean="0"/>
              <a:pPr/>
              <a:t>23.04.2020</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D9F75050-0E15-4C5B-92B0-66D068882F1F}" type="datetimeFigureOut">
              <a:rPr lang="tr-TR" smtClean="0"/>
              <a:pPr/>
              <a:t>23.04.2020</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EFD1"/>
            </a:gs>
            <a:gs pos="64999">
              <a:srgbClr val="F0EBD5"/>
            </a:gs>
            <a:gs pos="100000">
              <a:srgbClr val="D1C39F"/>
            </a:gs>
          </a:gsLst>
          <a:lin ang="5400000" scaled="0"/>
          <a:tileRect/>
        </a:gradFill>
        <a:effectLst/>
      </p:bgPr>
    </p:bg>
    <p:spTree>
      <p:nvGrpSpPr>
        <p:cNvPr id="1" name=""/>
        <p:cNvGrpSpPr/>
        <p:nvPr/>
      </p:nvGrpSpPr>
      <p:grpSpPr>
        <a:xfrm>
          <a:off x="0" y="0"/>
          <a:ext cx="0" cy="0"/>
          <a:chOff x="0" y="0"/>
          <a:chExt cx="0" cy="0"/>
        </a:xfrm>
      </p:grpSpPr>
      <p:sp>
        <p:nvSpPr>
          <p:cNvPr id="2" name="1 Başlık Yer Tutucusu"/>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2 Metin Yer Tutucusu"/>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F75050-0E15-4C5B-92B0-66D068882F1F}" type="datetimeFigureOut">
              <a:rPr lang="tr-TR" smtClean="0"/>
              <a:pPr/>
              <a:t>23.04.2020</a:t>
            </a:fld>
            <a:endParaRPr lang="tr-TR"/>
          </a:p>
        </p:txBody>
      </p:sp>
      <p:sp>
        <p:nvSpPr>
          <p:cNvPr id="5" name="4 Altbilgi Yer Tutucusu"/>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5 Slayt Numarası Yer Tutucusu"/>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DEFA8C-F947-479F-BE07-76B6B3F80BF1}"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714348" y="1928802"/>
            <a:ext cx="7772400" cy="1470025"/>
          </a:xfrm>
        </p:spPr>
        <p:txBody>
          <a:bodyPr/>
          <a:lstStyle/>
          <a:p>
            <a:r>
              <a:rPr lang="tr-TR" dirty="0" smtClean="0"/>
              <a:t>Minimum Yol Problemi</a:t>
            </a:r>
            <a:br>
              <a:rPr lang="tr-TR" dirty="0" smtClean="0"/>
            </a:br>
            <a:r>
              <a:rPr lang="tr-TR" sz="3600" dirty="0" err="1" smtClean="0"/>
              <a:t>Dijkstra</a:t>
            </a:r>
            <a:endParaRPr lang="tr-TR" sz="3600" dirty="0"/>
          </a:p>
        </p:txBody>
      </p:sp>
      <p:sp>
        <p:nvSpPr>
          <p:cNvPr id="3" name="2 Alt Başlık"/>
          <p:cNvSpPr>
            <a:spLocks noGrp="1"/>
          </p:cNvSpPr>
          <p:nvPr>
            <p:ph type="subTitle" idx="1"/>
          </p:nvPr>
        </p:nvSpPr>
        <p:spPr/>
        <p:txBody>
          <a:bodyPr/>
          <a:lstStyle/>
          <a:p>
            <a:r>
              <a:rPr lang="tr-TR" dirty="0" smtClean="0"/>
              <a:t>Fırat Güler</a:t>
            </a:r>
          </a:p>
          <a:p>
            <a:r>
              <a:rPr lang="tr-TR" sz="2400" dirty="0" smtClean="0"/>
              <a:t>18MY03010</a:t>
            </a:r>
            <a:endParaRPr lang="tr-TR"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smtClean="0"/>
              <a:t>Yapay zeka (AI) nedir?</a:t>
            </a:r>
            <a:endParaRPr lang="tr-TR" dirty="0"/>
          </a:p>
        </p:txBody>
      </p:sp>
      <p:sp>
        <p:nvSpPr>
          <p:cNvPr id="3" name="2 İçerik Yer Tutucusu"/>
          <p:cNvSpPr>
            <a:spLocks noGrp="1"/>
          </p:cNvSpPr>
          <p:nvPr>
            <p:ph idx="1"/>
          </p:nvPr>
        </p:nvSpPr>
        <p:spPr/>
        <p:txBody>
          <a:bodyPr>
            <a:normAutofit fontScale="92500"/>
          </a:bodyPr>
          <a:lstStyle/>
          <a:p>
            <a:r>
              <a:rPr lang="tr-TR" dirty="0" smtClean="0"/>
              <a:t>Yapay zeka (AI), insanlar gibi düşünmeye ve eylemlerini taklit etmeye programlanmış makinelerde insan zekasının simülasyonunu ifade eder. Terim, öğrenme ve problem çözme gibi bir insan zihniyle ilişkili özellikleri sergileyen herhangi bir makineye de uygulanabilir.</a:t>
            </a:r>
          </a:p>
          <a:p>
            <a:r>
              <a:rPr lang="tr-TR" dirty="0" smtClean="0"/>
              <a:t>Yapay zekanın ideal özelliği, belirli bir hedefe ulaşmak için en iyi şansı olan eylemleri </a:t>
            </a:r>
            <a:r>
              <a:rPr lang="tr-TR" dirty="0" err="1" smtClean="0"/>
              <a:t>rasyonalize</a:t>
            </a:r>
            <a:r>
              <a:rPr lang="tr-TR" dirty="0" smtClean="0"/>
              <a:t> etme ve alma yeteneğidir.</a:t>
            </a:r>
          </a:p>
          <a:p>
            <a:endParaRPr lang="tr-T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t>Yapay Zekayı Anlamak</a:t>
            </a:r>
            <a:br>
              <a:rPr lang="tr-TR" b="1" dirty="0" smtClean="0"/>
            </a:br>
            <a:endParaRPr lang="tr-TR" dirty="0"/>
          </a:p>
        </p:txBody>
      </p:sp>
      <p:sp>
        <p:nvSpPr>
          <p:cNvPr id="3" name="2 İçerik Yer Tutucusu"/>
          <p:cNvSpPr>
            <a:spLocks noGrp="1"/>
          </p:cNvSpPr>
          <p:nvPr>
            <p:ph idx="1"/>
          </p:nvPr>
        </p:nvSpPr>
        <p:spPr/>
        <p:txBody>
          <a:bodyPr>
            <a:normAutofit fontScale="55000" lnSpcReduction="20000"/>
          </a:bodyPr>
          <a:lstStyle/>
          <a:p>
            <a:r>
              <a:rPr lang="tr-TR" dirty="0" smtClean="0"/>
              <a:t>Çoğu insan yapay zeka terimini duyduğunda, genellikle düşündükleri ilk şey robotlardır. Çünkü büyük bütçeli filmler ve romanlar, Dünya'ya zarar veren insan benzeri makineler hakkında hikayeler örüyor. Ama hiçbir şey gerçeklerden daha uzak olamaz.</a:t>
            </a:r>
          </a:p>
          <a:p>
            <a:pPr>
              <a:buNone/>
            </a:pPr>
            <a:r>
              <a:rPr lang="tr-TR" dirty="0" smtClean="0"/>
              <a:t> </a:t>
            </a:r>
          </a:p>
          <a:p>
            <a:r>
              <a:rPr lang="tr-TR" dirty="0" smtClean="0"/>
              <a:t>Yapay zeka, insan zekasının, bir makinenin kolayca taklit edebileceği ve en basitten daha karmaşık olanlara kadar görevleri yerine getirebileceği şekilde tanımlanabileceği ilkesine dayanır. Yapay zekanın hedefleri öğrenme, akıl yürütme ve algıyı içerir.</a:t>
            </a:r>
          </a:p>
          <a:p>
            <a:pPr>
              <a:buNone/>
            </a:pPr>
            <a:r>
              <a:rPr lang="tr-TR" dirty="0" smtClean="0"/>
              <a:t> </a:t>
            </a:r>
          </a:p>
          <a:p>
            <a:r>
              <a:rPr lang="tr-TR" dirty="0" smtClean="0"/>
              <a:t>Teknoloji ilerledikçe, yapay zekayı tanımlayan önceki kriterler modası geçmiş hale geliyor. Örneğin, temel işlevleri hesaplayan veya metni en uygun karakter tanıma yoluyla tanıyan makinelerin artık yapay zekayı içerdiği düşünülmemektedir, çünkü bu işlev artık doğal bir bilgisayar işlevi olarak kabul edilmektedir.</a:t>
            </a:r>
          </a:p>
          <a:p>
            <a:pPr>
              <a:buNone/>
            </a:pPr>
            <a:r>
              <a:rPr lang="tr-TR" dirty="0" smtClean="0"/>
              <a:t> </a:t>
            </a:r>
          </a:p>
          <a:p>
            <a:r>
              <a:rPr lang="tr-TR" dirty="0" smtClean="0"/>
              <a:t>Yapay zeka, birçok farklı endüstriye fayda sağlamak için sürekli olarak gelişmektedir. Makineler matematik, bilgisayar bilimi, dilbilim, psikoloji ve daha fazlasına dayanan disiplinler arası bir yaklaşım kullanılarak </a:t>
            </a:r>
            <a:r>
              <a:rPr lang="tr-TR" dirty="0" err="1" smtClean="0"/>
              <a:t>kablolanır</a:t>
            </a:r>
            <a:r>
              <a:rPr lang="tr-TR" dirty="0" smtClean="0"/>
              <a:t>.</a:t>
            </a:r>
          </a:p>
          <a:p>
            <a:endParaRPr lang="tr-T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err="1" smtClean="0"/>
              <a:t>Dijkstra</a:t>
            </a:r>
            <a:r>
              <a:rPr lang="tr-TR" b="1" dirty="0" smtClean="0"/>
              <a:t> Algoritması </a:t>
            </a:r>
            <a:br>
              <a:rPr lang="tr-TR" b="1" dirty="0" smtClean="0"/>
            </a:br>
            <a:endParaRPr lang="tr-TR" dirty="0"/>
          </a:p>
        </p:txBody>
      </p:sp>
      <p:sp>
        <p:nvSpPr>
          <p:cNvPr id="3" name="2 İçerik Yer Tutucusu"/>
          <p:cNvSpPr>
            <a:spLocks noGrp="1"/>
          </p:cNvSpPr>
          <p:nvPr>
            <p:ph idx="1"/>
          </p:nvPr>
        </p:nvSpPr>
        <p:spPr/>
        <p:txBody>
          <a:bodyPr/>
          <a:lstStyle/>
          <a:p>
            <a:r>
              <a:rPr lang="tr-TR" dirty="0" err="1" smtClean="0"/>
              <a:t>Dijkstra'nın</a:t>
            </a:r>
            <a:r>
              <a:rPr lang="tr-TR" dirty="0" smtClean="0"/>
              <a:t> algoritması, düğümler arasındaki en kısa yolları bulmak için kullanılan bir algoritmadır. </a:t>
            </a:r>
            <a:r>
              <a:rPr lang="tr-TR" dirty="0" err="1" smtClean="0"/>
              <a:t>graph</a:t>
            </a:r>
            <a:r>
              <a:rPr lang="tr-TR" dirty="0" smtClean="0"/>
              <a:t>.</a:t>
            </a:r>
            <a:r>
              <a:rPr lang="tr-TR" dirty="0" err="1" smtClean="0"/>
              <a:t>It</a:t>
            </a:r>
            <a:r>
              <a:rPr lang="tr-TR" dirty="0" smtClean="0"/>
              <a:t> 1956 yılında bilgisayar bilimcisi </a:t>
            </a:r>
            <a:r>
              <a:rPr lang="tr-TR" dirty="0" err="1" smtClean="0"/>
              <a:t>Edsger</a:t>
            </a:r>
            <a:r>
              <a:rPr lang="tr-TR" dirty="0" smtClean="0"/>
              <a:t> W. </a:t>
            </a:r>
            <a:r>
              <a:rPr lang="tr-TR" dirty="0" err="1" smtClean="0"/>
              <a:t>Dijkstra</a:t>
            </a:r>
            <a:r>
              <a:rPr lang="tr-TR" dirty="0" smtClean="0"/>
              <a:t> tarafından tasarlandı.Bu algoritma, bir grafikteki bir noktadan (kaynak) bir hedefe en kısa yolu bulmaya yardımcı olur.</a:t>
            </a:r>
          </a:p>
          <a:p>
            <a:endParaRPr lang="tr-TR" dirty="0" smtClean="0"/>
          </a:p>
          <a:p>
            <a:pPr>
              <a:buNone/>
            </a:pPr>
            <a:endParaRPr lang="tr-T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err="1" smtClean="0"/>
              <a:t>Dijkstra</a:t>
            </a:r>
            <a:r>
              <a:rPr lang="tr-TR" b="1" dirty="0" smtClean="0"/>
              <a:t> Algoritması Adımları</a:t>
            </a:r>
            <a:br>
              <a:rPr lang="tr-TR" b="1" dirty="0" smtClean="0"/>
            </a:br>
            <a:endParaRPr lang="tr-TR" dirty="0"/>
          </a:p>
        </p:txBody>
      </p:sp>
      <p:sp>
        <p:nvSpPr>
          <p:cNvPr id="3" name="2 İçerik Yer Tutucusu"/>
          <p:cNvSpPr>
            <a:spLocks noGrp="1"/>
          </p:cNvSpPr>
          <p:nvPr>
            <p:ph idx="1"/>
          </p:nvPr>
        </p:nvSpPr>
        <p:spPr/>
        <p:txBody>
          <a:bodyPr>
            <a:normAutofit lnSpcReduction="10000"/>
          </a:bodyPr>
          <a:lstStyle/>
          <a:p>
            <a:pPr lvl="0"/>
            <a:r>
              <a:rPr lang="tr-TR" dirty="0" smtClean="0"/>
              <a:t>Başlangıç noktasını belirle.</a:t>
            </a:r>
          </a:p>
          <a:p>
            <a:pPr>
              <a:buNone/>
            </a:pPr>
            <a:endParaRPr lang="tr-TR" dirty="0" smtClean="0"/>
          </a:p>
          <a:p>
            <a:pPr lvl="0"/>
            <a:r>
              <a:rPr lang="tr-TR" dirty="0" smtClean="0"/>
              <a:t>Başlangıç noktasından diğer noktalara olan maliyeti belirle ve düşük maliyetli</a:t>
            </a:r>
            <a:br>
              <a:rPr lang="tr-TR" dirty="0" smtClean="0"/>
            </a:br>
            <a:r>
              <a:rPr lang="tr-TR" dirty="0" smtClean="0"/>
              <a:t>noktayı işaretle.</a:t>
            </a:r>
          </a:p>
          <a:p>
            <a:pPr>
              <a:buNone/>
            </a:pPr>
            <a:endParaRPr lang="tr-TR" dirty="0" smtClean="0"/>
          </a:p>
          <a:p>
            <a:pPr lvl="0"/>
            <a:r>
              <a:rPr lang="tr-TR" dirty="0" smtClean="0"/>
              <a:t>İkinci adımda işaretlenen noktadan gidilebilen diğer noktalar arasında da</a:t>
            </a:r>
            <a:br>
              <a:rPr lang="tr-TR" dirty="0" smtClean="0"/>
            </a:br>
            <a:r>
              <a:rPr lang="tr-TR" dirty="0" smtClean="0"/>
              <a:t>aynı işlemi tekrarla.</a:t>
            </a:r>
          </a:p>
          <a:p>
            <a:endParaRPr lang="tr-T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t> </a:t>
            </a:r>
            <a:br>
              <a:rPr lang="tr-TR" b="1" dirty="0" smtClean="0"/>
            </a:br>
            <a:r>
              <a:rPr lang="tr-TR" b="1" dirty="0" smtClean="0"/>
              <a:t>Projem</a:t>
            </a:r>
            <a:br>
              <a:rPr lang="tr-TR" b="1" dirty="0" smtClean="0"/>
            </a:br>
            <a:r>
              <a:rPr lang="tr-TR" b="1" dirty="0" smtClean="0"/>
              <a:t/>
            </a:r>
            <a:br>
              <a:rPr lang="tr-TR" b="1" dirty="0" smtClean="0"/>
            </a:br>
            <a:endParaRPr lang="tr-TR" dirty="0"/>
          </a:p>
        </p:txBody>
      </p:sp>
      <p:sp>
        <p:nvSpPr>
          <p:cNvPr id="3" name="2 İçerik Yer Tutucusu"/>
          <p:cNvSpPr>
            <a:spLocks noGrp="1"/>
          </p:cNvSpPr>
          <p:nvPr>
            <p:ph idx="1"/>
          </p:nvPr>
        </p:nvSpPr>
        <p:spPr/>
        <p:txBody>
          <a:bodyPr>
            <a:normAutofit fontScale="92500" lnSpcReduction="20000"/>
          </a:bodyPr>
          <a:lstStyle/>
          <a:p>
            <a:pPr>
              <a:buNone/>
            </a:pPr>
            <a:r>
              <a:rPr lang="tr-TR" dirty="0" smtClean="0"/>
              <a:t>    Projemi </a:t>
            </a:r>
            <a:r>
              <a:rPr lang="tr-TR" dirty="0" err="1" smtClean="0"/>
              <a:t>Visiual</a:t>
            </a:r>
            <a:r>
              <a:rPr lang="tr-TR" dirty="0" smtClean="0"/>
              <a:t> </a:t>
            </a:r>
            <a:r>
              <a:rPr lang="tr-TR" dirty="0" err="1" smtClean="0"/>
              <a:t>Studio’da</a:t>
            </a:r>
            <a:r>
              <a:rPr lang="tr-TR" dirty="0" smtClean="0"/>
              <a:t> C# dilinde yazdım.Projemde </a:t>
            </a:r>
            <a:r>
              <a:rPr lang="tr-TR" dirty="0" err="1" smtClean="0"/>
              <a:t>Dijkstra</a:t>
            </a:r>
            <a:r>
              <a:rPr lang="tr-TR" dirty="0" smtClean="0"/>
              <a:t> Algoritması örnek olabilecek bir uygulama yazdım.Bu algoritmayı yaparken fazlasıyla sorgu ve mantıksal operatörler kullandım.Sonuçlarımı dizi aktarıp işlem sırasında hafızada tutabildim.Sonuçlarımı yazdırırken yukarıda örnek olarak attığım cevap fotoğrafındaki düzende olmasına dikkat ettim.</a:t>
            </a:r>
          </a:p>
          <a:p>
            <a:pPr>
              <a:buNone/>
            </a:pPr>
            <a:r>
              <a:rPr lang="tr-TR" dirty="0" smtClean="0"/>
              <a:t>    Projemde bir problem oluşturup en kısa sonuca ulaşabilmesi için bir </a:t>
            </a:r>
            <a:r>
              <a:rPr lang="tr-TR" dirty="0" err="1" smtClean="0"/>
              <a:t>dijkstra</a:t>
            </a:r>
            <a:r>
              <a:rPr lang="tr-TR" dirty="0" smtClean="0"/>
              <a:t> algoritma örneği yazdım.</a:t>
            </a:r>
          </a:p>
          <a:p>
            <a:endParaRPr lang="tr-T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t>Tasarım</a:t>
            </a:r>
            <a:br>
              <a:rPr lang="tr-TR" b="1" dirty="0" smtClean="0"/>
            </a:br>
            <a:endParaRPr lang="tr-TR" dirty="0"/>
          </a:p>
        </p:txBody>
      </p:sp>
      <p:pic>
        <p:nvPicPr>
          <p:cNvPr id="1026" name="Picture 2" descr="C:\Users\Tormenta\Desktop\asdasd\5.PNG"/>
          <p:cNvPicPr>
            <a:picLocks noChangeAspect="1" noChangeArrowheads="1"/>
          </p:cNvPicPr>
          <p:nvPr/>
        </p:nvPicPr>
        <p:blipFill>
          <a:blip r:embed="rId2"/>
          <a:srcRect/>
          <a:stretch>
            <a:fillRect/>
          </a:stretch>
        </p:blipFill>
        <p:spPr bwMode="auto">
          <a:xfrm>
            <a:off x="357158" y="1357298"/>
            <a:ext cx="8475871" cy="4510096"/>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428596" y="500042"/>
            <a:ext cx="8229600" cy="1042982"/>
          </a:xfrm>
        </p:spPr>
        <p:txBody>
          <a:bodyPr>
            <a:normAutofit fontScale="70000" lnSpcReduction="20000"/>
          </a:bodyPr>
          <a:lstStyle/>
          <a:p>
            <a:r>
              <a:rPr lang="tr-TR" dirty="0" smtClean="0"/>
              <a:t>İlk olarak “</a:t>
            </a:r>
            <a:r>
              <a:rPr lang="tr-TR" dirty="0" err="1" smtClean="0"/>
              <a:t>MinimumMesafe</a:t>
            </a:r>
            <a:r>
              <a:rPr lang="tr-TR" dirty="0" smtClean="0"/>
              <a:t>” adında bir metot oluşturdum.Bu metot da iki farklı değişken kullandım.Burada sıra sıra bir sorguya sokacağım için sürekli olarak minimum değerimi geri gönderdim.</a:t>
            </a:r>
          </a:p>
          <a:p>
            <a:endParaRPr lang="tr-TR" dirty="0"/>
          </a:p>
        </p:txBody>
      </p:sp>
      <p:pic>
        <p:nvPicPr>
          <p:cNvPr id="2050" name="Picture 2" descr="C:\Users\Tormenta\Desktop\asdasd\1.PNG"/>
          <p:cNvPicPr>
            <a:picLocks noChangeAspect="1" noChangeArrowheads="1"/>
          </p:cNvPicPr>
          <p:nvPr/>
        </p:nvPicPr>
        <p:blipFill>
          <a:blip r:embed="rId2"/>
          <a:srcRect/>
          <a:stretch>
            <a:fillRect/>
          </a:stretch>
        </p:blipFill>
        <p:spPr bwMode="auto">
          <a:xfrm>
            <a:off x="428596" y="2000240"/>
            <a:ext cx="8198836" cy="3500462"/>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428596" y="857232"/>
            <a:ext cx="8229600" cy="1185858"/>
          </a:xfrm>
        </p:spPr>
        <p:txBody>
          <a:bodyPr>
            <a:normAutofit fontScale="77500" lnSpcReduction="20000"/>
          </a:bodyPr>
          <a:lstStyle/>
          <a:p>
            <a:r>
              <a:rPr lang="tr-TR" dirty="0" smtClean="0"/>
              <a:t>Burada ki metodum ise aldığım çıktıyı gösterecek.Belirli sayıda boşluk koyarak başlık görünümünü elde ettim,</a:t>
            </a:r>
            <a:r>
              <a:rPr lang="tr-TR" dirty="0" err="1" smtClean="0"/>
              <a:t>for</a:t>
            </a:r>
            <a:r>
              <a:rPr lang="tr-TR" dirty="0" smtClean="0"/>
              <a:t> döngüsü ile gelen tüm sonuçlarımı alt alta yazdırabildim.</a:t>
            </a:r>
          </a:p>
          <a:p>
            <a:endParaRPr lang="tr-TR" dirty="0"/>
          </a:p>
        </p:txBody>
      </p:sp>
      <p:pic>
        <p:nvPicPr>
          <p:cNvPr id="3074" name="Picture 2" descr="C:\Users\Tormenta\Desktop\asdasd\2.PNG"/>
          <p:cNvPicPr>
            <a:picLocks noChangeAspect="1" noChangeArrowheads="1"/>
          </p:cNvPicPr>
          <p:nvPr/>
        </p:nvPicPr>
        <p:blipFill>
          <a:blip r:embed="rId2"/>
          <a:srcRect/>
          <a:stretch>
            <a:fillRect/>
          </a:stretch>
        </p:blipFill>
        <p:spPr bwMode="auto">
          <a:xfrm>
            <a:off x="500034" y="2714620"/>
            <a:ext cx="8001056" cy="1566935"/>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28596" y="785794"/>
            <a:ext cx="8229600" cy="1143000"/>
          </a:xfrm>
        </p:spPr>
        <p:txBody>
          <a:bodyPr>
            <a:noAutofit/>
          </a:bodyPr>
          <a:lstStyle/>
          <a:p>
            <a:pPr algn="l"/>
            <a:r>
              <a:rPr lang="tr-TR" sz="2500" dirty="0" smtClean="0"/>
              <a:t>“</a:t>
            </a:r>
            <a:r>
              <a:rPr lang="tr-TR" sz="2500" dirty="0" err="1" smtClean="0"/>
              <a:t>DijkstraAlgo</a:t>
            </a:r>
            <a:r>
              <a:rPr lang="tr-TR" sz="2500" dirty="0" smtClean="0"/>
              <a:t>” </a:t>
            </a:r>
            <a:r>
              <a:rPr lang="tr-TR" sz="2500" dirty="0" err="1" smtClean="0"/>
              <a:t>methodum</a:t>
            </a:r>
            <a:r>
              <a:rPr lang="tr-TR" sz="2500" dirty="0" smtClean="0"/>
              <a:t> ise işlemlerimin yapıldığı alan. </a:t>
            </a:r>
            <a:r>
              <a:rPr lang="tr-TR" sz="2500" dirty="0" err="1" smtClean="0"/>
              <a:t>Dijkstra</a:t>
            </a:r>
            <a:r>
              <a:rPr lang="tr-TR" sz="2500" dirty="0" smtClean="0"/>
              <a:t> temel amacı olan minimum yolu bulması bir nevi en küçük sayıyı bulmaya benziyor.Çok temel bir problem olan en küçük sayıyı bulma problemlerine benziyor.Gelen soruları iç içe </a:t>
            </a:r>
            <a:r>
              <a:rPr lang="tr-TR" sz="2500" dirty="0" err="1" smtClean="0"/>
              <a:t>for</a:t>
            </a:r>
            <a:r>
              <a:rPr lang="tr-TR" sz="2500" dirty="0" smtClean="0"/>
              <a:t> döngülerine sokarak minimum değeri buluyorum.</a:t>
            </a:r>
            <a:br>
              <a:rPr lang="tr-TR" sz="2500" dirty="0" smtClean="0"/>
            </a:br>
            <a:endParaRPr lang="tr-TR" sz="2500" dirty="0"/>
          </a:p>
        </p:txBody>
      </p:sp>
      <p:pic>
        <p:nvPicPr>
          <p:cNvPr id="4098" name="Picture 2" descr="C:\Users\Tormenta\Desktop\asdasd\3.PNG"/>
          <p:cNvPicPr>
            <a:picLocks noChangeAspect="1" noChangeArrowheads="1"/>
          </p:cNvPicPr>
          <p:nvPr/>
        </p:nvPicPr>
        <p:blipFill>
          <a:blip r:embed="rId2"/>
          <a:srcRect/>
          <a:stretch>
            <a:fillRect/>
          </a:stretch>
        </p:blipFill>
        <p:spPr bwMode="auto">
          <a:xfrm>
            <a:off x="357158" y="2571744"/>
            <a:ext cx="8286747" cy="3054576"/>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t>Afiş</a:t>
            </a:r>
            <a:endParaRPr lang="tr-TR" b="1" dirty="0"/>
          </a:p>
        </p:txBody>
      </p:sp>
      <p:pic>
        <p:nvPicPr>
          <p:cNvPr id="5122" name="Picture 2" descr="C:\Users\Tormenta\Desktop\Fırat_android.png"/>
          <p:cNvPicPr>
            <a:picLocks noChangeAspect="1" noChangeArrowheads="1"/>
          </p:cNvPicPr>
          <p:nvPr/>
        </p:nvPicPr>
        <p:blipFill>
          <a:blip r:embed="rId2"/>
          <a:srcRect/>
          <a:stretch>
            <a:fillRect/>
          </a:stretch>
        </p:blipFill>
        <p:spPr bwMode="auto">
          <a:xfrm>
            <a:off x="2500298" y="1142984"/>
            <a:ext cx="3929090" cy="5557656"/>
          </a:xfrm>
          <a:prstGeom prst="rect">
            <a:avLst/>
          </a:prstGeom>
          <a:noFill/>
        </p:spPr>
      </p:pic>
    </p:spTree>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TotalTime>
  <Words>329</Words>
  <PresentationFormat>Ekran Gösterisi (4:3)</PresentationFormat>
  <Paragraphs>30</Paragraphs>
  <Slides>11</Slides>
  <Notes>0</Notes>
  <HiddenSlides>0</HiddenSlides>
  <MMClips>0</MMClips>
  <ScaleCrop>false</ScaleCrop>
  <HeadingPairs>
    <vt:vector size="4" baseType="variant">
      <vt:variant>
        <vt:lpstr>Tema</vt:lpstr>
      </vt:variant>
      <vt:variant>
        <vt:i4>1</vt:i4>
      </vt:variant>
      <vt:variant>
        <vt:lpstr>Slayt Başlıkları</vt:lpstr>
      </vt:variant>
      <vt:variant>
        <vt:i4>11</vt:i4>
      </vt:variant>
    </vt:vector>
  </HeadingPairs>
  <TitlesOfParts>
    <vt:vector size="12" baseType="lpstr">
      <vt:lpstr>Ofis Teması</vt:lpstr>
      <vt:lpstr>Minimum Yol Problemi Dijkstra</vt:lpstr>
      <vt:lpstr>Yapay zeka (AI) nedir?</vt:lpstr>
      <vt:lpstr>Yapay Zekayı Anlamak </vt:lpstr>
      <vt:lpstr>Dijkstra Algoritması  </vt:lpstr>
      <vt:lpstr>Dijkstra Algoritması Adımları </vt:lpstr>
      <vt:lpstr>  Projem  </vt:lpstr>
      <vt:lpstr>Tasarım </vt:lpstr>
      <vt:lpstr>Slayt 8</vt:lpstr>
      <vt:lpstr>Slayt 9</vt:lpstr>
      <vt:lpstr>“DijkstraAlgo” methodum ise işlemlerimin yapıldığı alan. Dijkstra temel amacı olan minimum yolu bulması bir nevi en küçük sayıyı bulmaya benziyor.Çok temel bir problem olan en küçük sayıyı bulma problemlerine benziyor.Gelen soruları iç içe for döngülerine sokarak minimum değeri buluyorum. </vt:lpstr>
      <vt:lpstr>Afiş</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Minimum Yol Problemi Dijkstra</dc:title>
  <dc:creator>Tormenta</dc:creator>
  <cp:lastModifiedBy>Windows Kullanıcısı</cp:lastModifiedBy>
  <cp:revision>6</cp:revision>
  <dcterms:created xsi:type="dcterms:W3CDTF">2020-04-23T16:10:57Z</dcterms:created>
  <dcterms:modified xsi:type="dcterms:W3CDTF">2020-04-23T18:06:59Z</dcterms:modified>
</cp:coreProperties>
</file>